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A2D98-A60C-80D3-C2EC-6348984B5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EFD92-E3B6-12DD-A9D0-F4D8FD22D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03B41-A33B-71E7-DB66-82256313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903ED-CF0E-EE9A-60C9-B5C6BBC0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58A55-DCBB-3E66-8333-27D86206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3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0D34-453C-3E35-D047-1CBF70AB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B465-A1E5-DF9C-D66C-D303D2DB9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B8F2B-7FB8-C943-BC33-6EAB9225F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9994-9F58-9FCA-F2E8-35768E74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A29A-5CB9-7831-5F14-9FFD721D6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199F-64EC-B5C4-ECDB-D8CA0DD1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B492-2D83-9668-8E1A-FBA8FF965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B1F8C-23DD-7299-DA98-F63DCEF5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B0C3E-3A0E-63AF-3CFE-2A7528852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6AC27-8D06-A5C6-9C5F-D2520BD6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0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D20F-ECA1-AB94-3DE2-8AC226BC5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5F426-3D53-2EF5-8DD2-8C3C5D3E6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F7989-838F-9016-A035-081FB806E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FA075-BAB7-98CB-A798-39B83D0C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A3957-813E-5699-1E49-7AD207E7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7992D-692B-DFA6-9BDB-52C671F2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5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AB97-8D8A-E0EB-1198-6464E305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BAF3C-7072-851B-B881-5A6C4E18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F6646-EAA7-35D3-8982-61C7FC6C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F1FFDB-0831-A56A-CF8A-A8777DCCB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E2F02-9C6E-030A-DDC9-076072815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C6317-8459-983D-FA71-9484BFAE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6D876B-2E68-96DB-ACBE-7C5CA8DEA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B261E1-E18A-C4C0-088B-22D2F05D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9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98D65-5D5F-9FC8-22E3-DCD8F7C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06D9E-18E7-E622-24AC-104CC151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E7D07-A7EE-EABA-DFFF-DF7E1715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31A27-FCCF-36F8-B91E-2AF6639C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7A092A-69FD-C811-3B9E-C0CA658AF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1BC2E-39B9-C420-0A64-F157312A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30A35-2E4D-DB0A-10EE-2523A030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97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E4E0-71E8-1E9C-01EF-1D9D8D5A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77147-CFA7-D7B1-FD54-933087739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F3C6C-E3BB-138C-4E1C-F2BCB5655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F13FB-0032-3C54-A4A0-A01B946FE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775F2-045A-65A8-83AC-6A3042C3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F3A72-2B6B-0D75-7C9F-FDD125CE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1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033D-6E02-9FF4-8BC6-8D4F48D0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BE78C-55DF-5EEB-CF1C-E1EC69879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C89BA-4F14-DEBD-C03E-4AAEAEAB5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C2F03-67F1-ADCA-38A1-5490AB8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CF471-0948-1BA0-3CEB-D09E75544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92739-FD83-2BBF-5C61-E6986F33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0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7080-63E0-7793-CB28-8CFF8BC9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79F2-71CC-4EF7-02C4-D2073975B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B7646-88C8-16BB-6ACB-63D065E3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62EBF-EAE0-234B-5529-B791AA63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8D71-6239-F574-4730-F96016DA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BE8E5-ACD5-7B93-7DEB-D14DEC593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DB259-9FD8-2848-2C89-2F53B724B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441AF-E43B-9361-90F2-77838DCCD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357DE-24DF-0290-ABF8-5572D911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D148-2ADE-1038-A02A-56EFDB0B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24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BCFC76-8115-4C0C-2963-33C15833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B4689-FEA3-68FF-1238-91EBDFB2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6122F-56AB-693A-A95D-432D51C12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D9320-294D-4D9D-8ABB-07F0FE41E96F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3098-07B3-924E-ADBC-078DE3459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5BE7E-649E-4677-1CAE-5517B35F6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F6422-052B-4DC3-B9FD-45783E025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0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18456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726162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733868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18456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726162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733868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18456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726162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733868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171060" y="2113777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726162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733868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18456" y="142409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171060" y="3096408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171060" y="412686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0A8774-D2FF-E5DC-3424-C0F5BC08541E}"/>
              </a:ext>
            </a:extLst>
          </p:cNvPr>
          <p:cNvSpPr txBox="1"/>
          <p:nvPr/>
        </p:nvSpPr>
        <p:spPr>
          <a:xfrm>
            <a:off x="3919250" y="2157689"/>
            <a:ext cx="13468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[1, 2, 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5,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[7, 8, 9]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35418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5508912" y="1504188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6221468" y="2216744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6934024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4796356" y="2216744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5508912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6221468" y="364185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4083801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4796356" y="364185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5508912" y="435441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4791011" y="1661736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6363131" y="1577980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7081599" y="2327228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501476" y="1110819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4095831" y="235126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495755" y="3222560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8F106-DA26-D202-45B4-21B5C14E3C6F}"/>
              </a:ext>
            </a:extLst>
          </p:cNvPr>
          <p:cNvSpPr txBox="1"/>
          <p:nvPr/>
        </p:nvSpPr>
        <p:spPr>
          <a:xfrm>
            <a:off x="4102940" y="4045600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48500D-547A-CA66-BB6B-692FFC8CD088}"/>
              </a:ext>
            </a:extLst>
          </p:cNvPr>
          <p:cNvSpPr txBox="1"/>
          <p:nvPr/>
        </p:nvSpPr>
        <p:spPr>
          <a:xfrm>
            <a:off x="4837302" y="482117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01458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782534" y="871988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8793201" y="188127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9771465" y="289548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782110" y="1879694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8786430" y="289278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8783044" y="389510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782534" y="2887400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7782534" y="389510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7784228" y="4905966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7222383" y="119485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8763759" y="473924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9752180" y="502656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775338" y="463128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7222383" y="218486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7200244" y="3209281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167A70-6FFB-2C5D-9EA2-41F7594CF6D7}"/>
              </a:ext>
            </a:extLst>
          </p:cNvPr>
          <p:cNvSpPr txBox="1"/>
          <p:nvPr/>
        </p:nvSpPr>
        <p:spPr>
          <a:xfrm>
            <a:off x="7200244" y="4211599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1CB39-B325-AF66-7D11-DA57E9283319}"/>
              </a:ext>
            </a:extLst>
          </p:cNvPr>
          <p:cNvSpPr txBox="1"/>
          <p:nvPr/>
        </p:nvSpPr>
        <p:spPr>
          <a:xfrm>
            <a:off x="7200244" y="523277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98B7CB-B571-0D84-8F13-0CD6F402906D}"/>
              </a:ext>
            </a:extLst>
          </p:cNvPr>
          <p:cNvSpPr txBox="1"/>
          <p:nvPr/>
        </p:nvSpPr>
        <p:spPr>
          <a:xfrm>
            <a:off x="5314513" y="1690062"/>
            <a:ext cx="131799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2],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[7, 5, 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[8,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[9]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03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5508912" y="1504188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6221468" y="2216744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6934024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4796356" y="2216744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5508912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6221468" y="364185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4083801" y="292929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4796356" y="3641855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5508912" y="4354411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4791011" y="1661736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6363131" y="1577980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7081599" y="2327228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5501476" y="1110819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4095831" y="2351265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3495755" y="3222560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8F106-DA26-D202-45B4-21B5C14E3C6F}"/>
              </a:ext>
            </a:extLst>
          </p:cNvPr>
          <p:cNvSpPr txBox="1"/>
          <p:nvPr/>
        </p:nvSpPr>
        <p:spPr>
          <a:xfrm>
            <a:off x="4102940" y="4045600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48500D-547A-CA66-BB6B-692FFC8CD088}"/>
              </a:ext>
            </a:extLst>
          </p:cNvPr>
          <p:cNvSpPr txBox="1"/>
          <p:nvPr/>
        </p:nvSpPr>
        <p:spPr>
          <a:xfrm>
            <a:off x="4837302" y="482117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8617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387C04-120E-2DFC-1A35-9EC793D42B63}"/>
              </a:ext>
            </a:extLst>
          </p:cNvPr>
          <p:cNvSpPr/>
          <p:nvPr/>
        </p:nvSpPr>
        <p:spPr>
          <a:xfrm>
            <a:off x="718456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C231F-7EF3-75DC-36D0-E8520C97CD53}"/>
              </a:ext>
            </a:extLst>
          </p:cNvPr>
          <p:cNvSpPr/>
          <p:nvPr/>
        </p:nvSpPr>
        <p:spPr>
          <a:xfrm>
            <a:off x="1726162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63B3E1-9CF3-DF0C-1642-836655B03A3F}"/>
              </a:ext>
            </a:extLst>
          </p:cNvPr>
          <p:cNvSpPr/>
          <p:nvPr/>
        </p:nvSpPr>
        <p:spPr>
          <a:xfrm>
            <a:off x="2733868" y="1782147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3D0B8-441B-831B-3ACD-CCB0ABAB1A87}"/>
              </a:ext>
            </a:extLst>
          </p:cNvPr>
          <p:cNvSpPr/>
          <p:nvPr/>
        </p:nvSpPr>
        <p:spPr>
          <a:xfrm>
            <a:off x="718456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03CF0-87CF-2231-FD95-7B7FCD7B627D}"/>
              </a:ext>
            </a:extLst>
          </p:cNvPr>
          <p:cNvSpPr/>
          <p:nvPr/>
        </p:nvSpPr>
        <p:spPr>
          <a:xfrm>
            <a:off x="1726162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CB193F-D78E-5FA0-8536-DFBCAFC44085}"/>
              </a:ext>
            </a:extLst>
          </p:cNvPr>
          <p:cNvSpPr/>
          <p:nvPr/>
        </p:nvSpPr>
        <p:spPr>
          <a:xfrm>
            <a:off x="2733868" y="2789853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8DD6A-AD2B-AE30-E187-45639D99CAD5}"/>
              </a:ext>
            </a:extLst>
          </p:cNvPr>
          <p:cNvSpPr/>
          <p:nvPr/>
        </p:nvSpPr>
        <p:spPr>
          <a:xfrm>
            <a:off x="718456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8B3D4-EEFB-4D4C-CDE8-92C385AE3E7D}"/>
              </a:ext>
            </a:extLst>
          </p:cNvPr>
          <p:cNvSpPr/>
          <p:nvPr/>
        </p:nvSpPr>
        <p:spPr>
          <a:xfrm>
            <a:off x="1726162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24D68-DAA9-7B28-903E-D7E851E5ABC3}"/>
              </a:ext>
            </a:extLst>
          </p:cNvPr>
          <p:cNvSpPr/>
          <p:nvPr/>
        </p:nvSpPr>
        <p:spPr>
          <a:xfrm>
            <a:off x="2733868" y="3797559"/>
            <a:ext cx="1007706" cy="10077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A2737-A52D-E934-2CF1-9DF0366B62EE}"/>
              </a:ext>
            </a:extLst>
          </p:cNvPr>
          <p:cNvSpPr txBox="1"/>
          <p:nvPr/>
        </p:nvSpPr>
        <p:spPr>
          <a:xfrm>
            <a:off x="171060" y="2113777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8CB62-36A3-D893-7B71-4C4D1D0E8AF4}"/>
              </a:ext>
            </a:extLst>
          </p:cNvPr>
          <p:cNvSpPr txBox="1"/>
          <p:nvPr/>
        </p:nvSpPr>
        <p:spPr>
          <a:xfrm>
            <a:off x="1726162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68436-A865-4139-DD3E-DF5BBDA86A18}"/>
              </a:ext>
            </a:extLst>
          </p:cNvPr>
          <p:cNvSpPr txBox="1"/>
          <p:nvPr/>
        </p:nvSpPr>
        <p:spPr>
          <a:xfrm>
            <a:off x="2733868" y="1412815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C5458-E137-EFF9-CFED-E818C20E22BA}"/>
              </a:ext>
            </a:extLst>
          </p:cNvPr>
          <p:cNvSpPr txBox="1"/>
          <p:nvPr/>
        </p:nvSpPr>
        <p:spPr>
          <a:xfrm>
            <a:off x="718456" y="1424092"/>
            <a:ext cx="1007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35B83-F89D-3261-55A5-9D427F39A886}"/>
              </a:ext>
            </a:extLst>
          </p:cNvPr>
          <p:cNvSpPr txBox="1"/>
          <p:nvPr/>
        </p:nvSpPr>
        <p:spPr>
          <a:xfrm>
            <a:off x="171060" y="3096408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AFB81C-57AB-B0A4-F96F-D6E67FAF3AB0}"/>
              </a:ext>
            </a:extLst>
          </p:cNvPr>
          <p:cNvSpPr txBox="1"/>
          <p:nvPr/>
        </p:nvSpPr>
        <p:spPr>
          <a:xfrm>
            <a:off x="171060" y="4126863"/>
            <a:ext cx="699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7F35E-F980-6626-2A91-31DB92382FC1}"/>
              </a:ext>
            </a:extLst>
          </p:cNvPr>
          <p:cNvSpPr txBox="1"/>
          <p:nvPr/>
        </p:nvSpPr>
        <p:spPr>
          <a:xfrm>
            <a:off x="3919250" y="2157689"/>
            <a:ext cx="134684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[1, 2, 3],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[4, 5, 6],</a:t>
            </a:r>
          </a:p>
          <a:p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  [7, 8, 9]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09734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163</Words>
  <Application>Microsoft Office PowerPoint</Application>
  <PresentationFormat>Widescreen</PresentationFormat>
  <Paragraphs>106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panahi</dc:creator>
  <cp:lastModifiedBy>panahi</cp:lastModifiedBy>
  <cp:revision>3</cp:revision>
  <dcterms:created xsi:type="dcterms:W3CDTF">2023-08-25T00:38:11Z</dcterms:created>
  <dcterms:modified xsi:type="dcterms:W3CDTF">2023-08-25T01:44:43Z</dcterms:modified>
</cp:coreProperties>
</file>