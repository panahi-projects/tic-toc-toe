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97187"/>
            <a:ext cx="9144000" cy="254677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42174"/>
            <a:ext cx="9144000" cy="176614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73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7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823721"/>
            <a:ext cx="10515600" cy="304291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95428"/>
            <a:ext cx="10515600" cy="16001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59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47333"/>
            <a:ext cx="518160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47333"/>
            <a:ext cx="518160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7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9467"/>
            <a:ext cx="1051560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93241"/>
            <a:ext cx="5157787" cy="8788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672080"/>
            <a:ext cx="5157787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93241"/>
            <a:ext cx="5183188" cy="8788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72080"/>
            <a:ext cx="518318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1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5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4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87680"/>
            <a:ext cx="3932237" cy="1706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53254"/>
            <a:ext cx="6172200" cy="51985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94560"/>
            <a:ext cx="3932237" cy="40656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87680"/>
            <a:ext cx="3932237" cy="1706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53254"/>
            <a:ext cx="6172200" cy="519853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94560"/>
            <a:ext cx="3932237" cy="40656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76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9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89467"/>
            <a:ext cx="262890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89467"/>
            <a:ext cx="773430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4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9467"/>
            <a:ext cx="1051560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47333"/>
            <a:ext cx="1051560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780107"/>
            <a:ext cx="27432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780107"/>
            <a:ext cx="41148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780107"/>
            <a:ext cx="27432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3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590764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1515944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2441124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590764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1515944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2441124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590764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1515944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2441124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31075" y="726646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1515944" y="81022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2441124" y="81022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590764" y="68226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0" y="1644694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31075" y="2582680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1F1856-57E2-6966-14F8-F8F9FD03CEFF}"/>
              </a:ext>
            </a:extLst>
          </p:cNvPr>
          <p:cNvSpPr/>
          <p:nvPr/>
        </p:nvSpPr>
        <p:spPr>
          <a:xfrm>
            <a:off x="3366304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A6F652-D396-B655-5885-B956A227E43D}"/>
              </a:ext>
            </a:extLst>
          </p:cNvPr>
          <p:cNvSpPr/>
          <p:nvPr/>
        </p:nvSpPr>
        <p:spPr>
          <a:xfrm>
            <a:off x="3366304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AE20A-4010-1A90-BA8E-27E745CC59DC}"/>
              </a:ext>
            </a:extLst>
          </p:cNvPr>
          <p:cNvSpPr/>
          <p:nvPr/>
        </p:nvSpPr>
        <p:spPr>
          <a:xfrm>
            <a:off x="3366304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FA0B0C-3B4D-2B41-EC5C-27E5491C9E35}"/>
              </a:ext>
            </a:extLst>
          </p:cNvPr>
          <p:cNvSpPr/>
          <p:nvPr/>
        </p:nvSpPr>
        <p:spPr>
          <a:xfrm>
            <a:off x="590764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30BF87-FE75-1F25-5C81-4DB0E0479FC1}"/>
              </a:ext>
            </a:extLst>
          </p:cNvPr>
          <p:cNvSpPr/>
          <p:nvPr/>
        </p:nvSpPr>
        <p:spPr>
          <a:xfrm>
            <a:off x="1515944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496CB1-14DD-45E2-0D6E-DDA9E3B15F71}"/>
              </a:ext>
            </a:extLst>
          </p:cNvPr>
          <p:cNvSpPr/>
          <p:nvPr/>
        </p:nvSpPr>
        <p:spPr>
          <a:xfrm>
            <a:off x="2441124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88FD06-16B9-7FA8-995F-0763A10D9667}"/>
              </a:ext>
            </a:extLst>
          </p:cNvPr>
          <p:cNvSpPr txBox="1"/>
          <p:nvPr/>
        </p:nvSpPr>
        <p:spPr>
          <a:xfrm>
            <a:off x="35518" y="3484808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352343-4F2B-47F0-8691-E7B79DEB3A04}"/>
              </a:ext>
            </a:extLst>
          </p:cNvPr>
          <p:cNvSpPr/>
          <p:nvPr/>
        </p:nvSpPr>
        <p:spPr>
          <a:xfrm>
            <a:off x="3366304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E08140-0942-A823-3271-D72E3E71FFB5}"/>
              </a:ext>
            </a:extLst>
          </p:cNvPr>
          <p:cNvSpPr txBox="1"/>
          <p:nvPr/>
        </p:nvSpPr>
        <p:spPr>
          <a:xfrm>
            <a:off x="3366304" y="79801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EED613-3208-E5BF-2782-58C29023E617}"/>
              </a:ext>
            </a:extLst>
          </p:cNvPr>
          <p:cNvSpPr/>
          <p:nvPr/>
        </p:nvSpPr>
        <p:spPr>
          <a:xfrm>
            <a:off x="4293598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419212-E472-7C0F-3C1F-0B7131B1979E}"/>
              </a:ext>
            </a:extLst>
          </p:cNvPr>
          <p:cNvSpPr/>
          <p:nvPr/>
        </p:nvSpPr>
        <p:spPr>
          <a:xfrm>
            <a:off x="4293598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4EB93A-7D87-D904-EEBF-825AA97F8BA0}"/>
              </a:ext>
            </a:extLst>
          </p:cNvPr>
          <p:cNvSpPr/>
          <p:nvPr/>
        </p:nvSpPr>
        <p:spPr>
          <a:xfrm>
            <a:off x="4293598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339FDD-4EC2-A936-4D4D-1EDB623CD214}"/>
              </a:ext>
            </a:extLst>
          </p:cNvPr>
          <p:cNvSpPr/>
          <p:nvPr/>
        </p:nvSpPr>
        <p:spPr>
          <a:xfrm>
            <a:off x="4293598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497516-D0E3-5A64-91A3-5DCF8A980BC3}"/>
              </a:ext>
            </a:extLst>
          </p:cNvPr>
          <p:cNvSpPr txBox="1"/>
          <p:nvPr/>
        </p:nvSpPr>
        <p:spPr>
          <a:xfrm>
            <a:off x="4293598" y="68226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B2DCA7-0FFD-D5D3-9383-3E10A84047A1}"/>
              </a:ext>
            </a:extLst>
          </p:cNvPr>
          <p:cNvSpPr/>
          <p:nvPr/>
        </p:nvSpPr>
        <p:spPr>
          <a:xfrm>
            <a:off x="590764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31D6FA-D9A3-3C7D-EB8D-450308C64DD5}"/>
              </a:ext>
            </a:extLst>
          </p:cNvPr>
          <p:cNvSpPr/>
          <p:nvPr/>
        </p:nvSpPr>
        <p:spPr>
          <a:xfrm>
            <a:off x="1515944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EDB840-0E4B-9B1C-686D-CC8EC2312843}"/>
              </a:ext>
            </a:extLst>
          </p:cNvPr>
          <p:cNvSpPr/>
          <p:nvPr/>
        </p:nvSpPr>
        <p:spPr>
          <a:xfrm>
            <a:off x="2441124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40869F-90FA-0511-ADFE-03318673FF4D}"/>
              </a:ext>
            </a:extLst>
          </p:cNvPr>
          <p:cNvSpPr/>
          <p:nvPr/>
        </p:nvSpPr>
        <p:spPr>
          <a:xfrm>
            <a:off x="3366304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41D41B-9A7D-C736-E1A4-7C97104D9790}"/>
              </a:ext>
            </a:extLst>
          </p:cNvPr>
          <p:cNvSpPr/>
          <p:nvPr/>
        </p:nvSpPr>
        <p:spPr>
          <a:xfrm>
            <a:off x="4293598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B52DC5-2587-3D4F-5569-560549DE6CFD}"/>
              </a:ext>
            </a:extLst>
          </p:cNvPr>
          <p:cNvSpPr/>
          <p:nvPr/>
        </p:nvSpPr>
        <p:spPr>
          <a:xfrm>
            <a:off x="5218778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1BFABD-DCF1-CE81-59BC-0DC60AC88CC0}"/>
              </a:ext>
            </a:extLst>
          </p:cNvPr>
          <p:cNvSpPr/>
          <p:nvPr/>
        </p:nvSpPr>
        <p:spPr>
          <a:xfrm>
            <a:off x="5218778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09BEC4-F63E-FA9A-57F4-E5CD506CE01A}"/>
              </a:ext>
            </a:extLst>
          </p:cNvPr>
          <p:cNvSpPr/>
          <p:nvPr/>
        </p:nvSpPr>
        <p:spPr>
          <a:xfrm>
            <a:off x="5218778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F6EBF8-92A7-8E2A-2FBD-82F77850A27E}"/>
              </a:ext>
            </a:extLst>
          </p:cNvPr>
          <p:cNvSpPr/>
          <p:nvPr/>
        </p:nvSpPr>
        <p:spPr>
          <a:xfrm>
            <a:off x="5218778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867158-CED1-EF38-1219-D07CDF1CDDA7}"/>
              </a:ext>
            </a:extLst>
          </p:cNvPr>
          <p:cNvSpPr txBox="1"/>
          <p:nvPr/>
        </p:nvSpPr>
        <p:spPr>
          <a:xfrm>
            <a:off x="5218778" y="68226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67EDF46-3BD7-FC4B-5230-51057CF85F9B}"/>
              </a:ext>
            </a:extLst>
          </p:cNvPr>
          <p:cNvSpPr/>
          <p:nvPr/>
        </p:nvSpPr>
        <p:spPr>
          <a:xfrm>
            <a:off x="5218778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C928667-315D-80DE-4D2D-7ACC313D3436}"/>
              </a:ext>
            </a:extLst>
          </p:cNvPr>
          <p:cNvSpPr/>
          <p:nvPr/>
        </p:nvSpPr>
        <p:spPr>
          <a:xfrm>
            <a:off x="6145885" y="4431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8D62288-9AE1-E4BD-E5DA-7E07067CADD7}"/>
              </a:ext>
            </a:extLst>
          </p:cNvPr>
          <p:cNvSpPr/>
          <p:nvPr/>
        </p:nvSpPr>
        <p:spPr>
          <a:xfrm>
            <a:off x="6145885" y="136829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FAE1C3-D92E-6186-40EA-689AFB3D4C94}"/>
              </a:ext>
            </a:extLst>
          </p:cNvPr>
          <p:cNvSpPr/>
          <p:nvPr/>
        </p:nvSpPr>
        <p:spPr>
          <a:xfrm>
            <a:off x="6145885" y="229347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D90868-1FAA-CBB7-EB08-204EC28B8294}"/>
              </a:ext>
            </a:extLst>
          </p:cNvPr>
          <p:cNvSpPr/>
          <p:nvPr/>
        </p:nvSpPr>
        <p:spPr>
          <a:xfrm>
            <a:off x="6145885" y="320830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740295-1F2A-35CA-6AD2-E1DBA80EC74B}"/>
              </a:ext>
            </a:extLst>
          </p:cNvPr>
          <p:cNvSpPr txBox="1"/>
          <p:nvPr/>
        </p:nvSpPr>
        <p:spPr>
          <a:xfrm>
            <a:off x="6145885" y="68085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C419DC1-DA6C-9B50-5204-703A6ECF9802}"/>
              </a:ext>
            </a:extLst>
          </p:cNvPr>
          <p:cNvSpPr/>
          <p:nvPr/>
        </p:nvSpPr>
        <p:spPr>
          <a:xfrm>
            <a:off x="6145885" y="413110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6522EA-1D5A-A9EA-D8BC-415C41C86598}"/>
              </a:ext>
            </a:extLst>
          </p:cNvPr>
          <p:cNvSpPr/>
          <p:nvPr/>
        </p:nvSpPr>
        <p:spPr>
          <a:xfrm>
            <a:off x="592335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111EEC2-563A-448F-76A6-C60F2D01570E}"/>
              </a:ext>
            </a:extLst>
          </p:cNvPr>
          <p:cNvSpPr/>
          <p:nvPr/>
        </p:nvSpPr>
        <p:spPr>
          <a:xfrm>
            <a:off x="1514017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7049BD-5964-6ACE-0F5F-89FACAAD358D}"/>
              </a:ext>
            </a:extLst>
          </p:cNvPr>
          <p:cNvSpPr/>
          <p:nvPr/>
        </p:nvSpPr>
        <p:spPr>
          <a:xfrm>
            <a:off x="2439197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8308B6-45B7-3061-B5D8-81E08D56F656}"/>
              </a:ext>
            </a:extLst>
          </p:cNvPr>
          <p:cNvSpPr txBox="1"/>
          <p:nvPr/>
        </p:nvSpPr>
        <p:spPr>
          <a:xfrm>
            <a:off x="31075" y="4409987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46FE566-1E87-9551-0F13-9BAB171158B3}"/>
              </a:ext>
            </a:extLst>
          </p:cNvPr>
          <p:cNvSpPr/>
          <p:nvPr/>
        </p:nvSpPr>
        <p:spPr>
          <a:xfrm>
            <a:off x="3364377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20EC7B5-A91A-4C46-4F16-6CFC237897D3}"/>
              </a:ext>
            </a:extLst>
          </p:cNvPr>
          <p:cNvSpPr/>
          <p:nvPr/>
        </p:nvSpPr>
        <p:spPr>
          <a:xfrm>
            <a:off x="4291671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2B46AF-BF59-19A8-83A4-BBC397C35C64}"/>
              </a:ext>
            </a:extLst>
          </p:cNvPr>
          <p:cNvSpPr/>
          <p:nvPr/>
        </p:nvSpPr>
        <p:spPr>
          <a:xfrm>
            <a:off x="5216851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C64B7C4-B5A5-9D0A-985A-F64F6202F3F1}"/>
              </a:ext>
            </a:extLst>
          </p:cNvPr>
          <p:cNvSpPr/>
          <p:nvPr/>
        </p:nvSpPr>
        <p:spPr>
          <a:xfrm>
            <a:off x="6145529" y="5056139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BF0A94-F59C-F58F-7D31-8C3FF6C31897}"/>
              </a:ext>
            </a:extLst>
          </p:cNvPr>
          <p:cNvSpPr txBox="1"/>
          <p:nvPr/>
        </p:nvSpPr>
        <p:spPr>
          <a:xfrm>
            <a:off x="0" y="5357719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1EAAE45-1BE9-355D-F30B-420918D98D9D}"/>
              </a:ext>
            </a:extLst>
          </p:cNvPr>
          <p:cNvSpPr/>
          <p:nvPr/>
        </p:nvSpPr>
        <p:spPr>
          <a:xfrm>
            <a:off x="592335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EA4E52B-CF37-7B15-74C4-D6C2946D563E}"/>
              </a:ext>
            </a:extLst>
          </p:cNvPr>
          <p:cNvSpPr/>
          <p:nvPr/>
        </p:nvSpPr>
        <p:spPr>
          <a:xfrm>
            <a:off x="1514017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C7C79B6-43FA-74C6-336F-992764D679C5}"/>
              </a:ext>
            </a:extLst>
          </p:cNvPr>
          <p:cNvSpPr/>
          <p:nvPr/>
        </p:nvSpPr>
        <p:spPr>
          <a:xfrm>
            <a:off x="2439197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41DDCFF-237A-DB9E-26E8-2C53F8829ACB}"/>
              </a:ext>
            </a:extLst>
          </p:cNvPr>
          <p:cNvSpPr/>
          <p:nvPr/>
        </p:nvSpPr>
        <p:spPr>
          <a:xfrm>
            <a:off x="3364377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72BD7DF-A933-60C5-F7CC-07AC94ABA164}"/>
              </a:ext>
            </a:extLst>
          </p:cNvPr>
          <p:cNvSpPr/>
          <p:nvPr/>
        </p:nvSpPr>
        <p:spPr>
          <a:xfrm>
            <a:off x="4291671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97D5E16-E14A-9FFE-976A-73366AA64EBA}"/>
              </a:ext>
            </a:extLst>
          </p:cNvPr>
          <p:cNvSpPr/>
          <p:nvPr/>
        </p:nvSpPr>
        <p:spPr>
          <a:xfrm>
            <a:off x="5216851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BEB7BCC-1863-7698-3EDC-E91594B77622}"/>
              </a:ext>
            </a:extLst>
          </p:cNvPr>
          <p:cNvSpPr/>
          <p:nvPr/>
        </p:nvSpPr>
        <p:spPr>
          <a:xfrm>
            <a:off x="6145529" y="5977063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A83D7C-06FC-D7C8-E8D7-D2582EFE9B02}"/>
              </a:ext>
            </a:extLst>
          </p:cNvPr>
          <p:cNvSpPr txBox="1"/>
          <p:nvPr/>
        </p:nvSpPr>
        <p:spPr>
          <a:xfrm>
            <a:off x="0" y="6278642"/>
            <a:ext cx="642486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5418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590764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1515944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2441124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590764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1515944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2441124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590764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1515944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2441124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31075" y="726646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1515944" y="81022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2441124" y="81022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590764" y="68226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0" y="1644694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31075" y="2582680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1F1856-57E2-6966-14F8-F8F9FD03CEFF}"/>
              </a:ext>
            </a:extLst>
          </p:cNvPr>
          <p:cNvSpPr/>
          <p:nvPr/>
        </p:nvSpPr>
        <p:spPr>
          <a:xfrm>
            <a:off x="3366304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A6F652-D396-B655-5885-B956A227E43D}"/>
              </a:ext>
            </a:extLst>
          </p:cNvPr>
          <p:cNvSpPr/>
          <p:nvPr/>
        </p:nvSpPr>
        <p:spPr>
          <a:xfrm>
            <a:off x="3366304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AE20A-4010-1A90-BA8E-27E745CC59DC}"/>
              </a:ext>
            </a:extLst>
          </p:cNvPr>
          <p:cNvSpPr/>
          <p:nvPr/>
        </p:nvSpPr>
        <p:spPr>
          <a:xfrm>
            <a:off x="3366304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FA0B0C-3B4D-2B41-EC5C-27E5491C9E35}"/>
              </a:ext>
            </a:extLst>
          </p:cNvPr>
          <p:cNvSpPr/>
          <p:nvPr/>
        </p:nvSpPr>
        <p:spPr>
          <a:xfrm>
            <a:off x="590764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30BF87-FE75-1F25-5C81-4DB0E0479FC1}"/>
              </a:ext>
            </a:extLst>
          </p:cNvPr>
          <p:cNvSpPr/>
          <p:nvPr/>
        </p:nvSpPr>
        <p:spPr>
          <a:xfrm>
            <a:off x="1515944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496CB1-14DD-45E2-0D6E-DDA9E3B15F71}"/>
              </a:ext>
            </a:extLst>
          </p:cNvPr>
          <p:cNvSpPr/>
          <p:nvPr/>
        </p:nvSpPr>
        <p:spPr>
          <a:xfrm>
            <a:off x="2441124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88FD06-16B9-7FA8-995F-0763A10D9667}"/>
              </a:ext>
            </a:extLst>
          </p:cNvPr>
          <p:cNvSpPr txBox="1"/>
          <p:nvPr/>
        </p:nvSpPr>
        <p:spPr>
          <a:xfrm>
            <a:off x="35518" y="3484808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352343-4F2B-47F0-8691-E7B79DEB3A04}"/>
              </a:ext>
            </a:extLst>
          </p:cNvPr>
          <p:cNvSpPr/>
          <p:nvPr/>
        </p:nvSpPr>
        <p:spPr>
          <a:xfrm>
            <a:off x="3366304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E08140-0942-A823-3271-D72E3E71FFB5}"/>
              </a:ext>
            </a:extLst>
          </p:cNvPr>
          <p:cNvSpPr txBox="1"/>
          <p:nvPr/>
        </p:nvSpPr>
        <p:spPr>
          <a:xfrm>
            <a:off x="3366304" y="79801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EED613-3208-E5BF-2782-58C29023E617}"/>
              </a:ext>
            </a:extLst>
          </p:cNvPr>
          <p:cNvSpPr/>
          <p:nvPr/>
        </p:nvSpPr>
        <p:spPr>
          <a:xfrm>
            <a:off x="4293598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419212-E472-7C0F-3C1F-0B7131B1979E}"/>
              </a:ext>
            </a:extLst>
          </p:cNvPr>
          <p:cNvSpPr/>
          <p:nvPr/>
        </p:nvSpPr>
        <p:spPr>
          <a:xfrm>
            <a:off x="4293598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4EB93A-7D87-D904-EEBF-825AA97F8BA0}"/>
              </a:ext>
            </a:extLst>
          </p:cNvPr>
          <p:cNvSpPr/>
          <p:nvPr/>
        </p:nvSpPr>
        <p:spPr>
          <a:xfrm>
            <a:off x="4293598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339FDD-4EC2-A936-4D4D-1EDB623CD214}"/>
              </a:ext>
            </a:extLst>
          </p:cNvPr>
          <p:cNvSpPr/>
          <p:nvPr/>
        </p:nvSpPr>
        <p:spPr>
          <a:xfrm>
            <a:off x="4293598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497516-D0E3-5A64-91A3-5DCF8A980BC3}"/>
              </a:ext>
            </a:extLst>
          </p:cNvPr>
          <p:cNvSpPr txBox="1"/>
          <p:nvPr/>
        </p:nvSpPr>
        <p:spPr>
          <a:xfrm>
            <a:off x="4293598" y="68226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B2DCA7-0FFD-D5D3-9383-3E10A84047A1}"/>
              </a:ext>
            </a:extLst>
          </p:cNvPr>
          <p:cNvSpPr/>
          <p:nvPr/>
        </p:nvSpPr>
        <p:spPr>
          <a:xfrm>
            <a:off x="590764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31D6FA-D9A3-3C7D-EB8D-450308C64DD5}"/>
              </a:ext>
            </a:extLst>
          </p:cNvPr>
          <p:cNvSpPr/>
          <p:nvPr/>
        </p:nvSpPr>
        <p:spPr>
          <a:xfrm>
            <a:off x="1515944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EDB840-0E4B-9B1C-686D-CC8EC2312843}"/>
              </a:ext>
            </a:extLst>
          </p:cNvPr>
          <p:cNvSpPr/>
          <p:nvPr/>
        </p:nvSpPr>
        <p:spPr>
          <a:xfrm>
            <a:off x="2441124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40869F-90FA-0511-ADFE-03318673FF4D}"/>
              </a:ext>
            </a:extLst>
          </p:cNvPr>
          <p:cNvSpPr/>
          <p:nvPr/>
        </p:nvSpPr>
        <p:spPr>
          <a:xfrm>
            <a:off x="3366304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41D41B-9A7D-C736-E1A4-7C97104D9790}"/>
              </a:ext>
            </a:extLst>
          </p:cNvPr>
          <p:cNvSpPr/>
          <p:nvPr/>
        </p:nvSpPr>
        <p:spPr>
          <a:xfrm>
            <a:off x="4293598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B52DC5-2587-3D4F-5569-560549DE6CFD}"/>
              </a:ext>
            </a:extLst>
          </p:cNvPr>
          <p:cNvSpPr/>
          <p:nvPr/>
        </p:nvSpPr>
        <p:spPr>
          <a:xfrm>
            <a:off x="5218778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1BFABD-DCF1-CE81-59BC-0DC60AC88CC0}"/>
              </a:ext>
            </a:extLst>
          </p:cNvPr>
          <p:cNvSpPr/>
          <p:nvPr/>
        </p:nvSpPr>
        <p:spPr>
          <a:xfrm>
            <a:off x="5218778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09BEC4-F63E-FA9A-57F4-E5CD506CE01A}"/>
              </a:ext>
            </a:extLst>
          </p:cNvPr>
          <p:cNvSpPr/>
          <p:nvPr/>
        </p:nvSpPr>
        <p:spPr>
          <a:xfrm>
            <a:off x="5218778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F6EBF8-92A7-8E2A-2FBD-82F77850A27E}"/>
              </a:ext>
            </a:extLst>
          </p:cNvPr>
          <p:cNvSpPr/>
          <p:nvPr/>
        </p:nvSpPr>
        <p:spPr>
          <a:xfrm>
            <a:off x="5218778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867158-CED1-EF38-1219-D07CDF1CDDA7}"/>
              </a:ext>
            </a:extLst>
          </p:cNvPr>
          <p:cNvSpPr txBox="1"/>
          <p:nvPr/>
        </p:nvSpPr>
        <p:spPr>
          <a:xfrm>
            <a:off x="5218778" y="68226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67EDF46-3BD7-FC4B-5230-51057CF85F9B}"/>
              </a:ext>
            </a:extLst>
          </p:cNvPr>
          <p:cNvSpPr/>
          <p:nvPr/>
        </p:nvSpPr>
        <p:spPr>
          <a:xfrm>
            <a:off x="5218778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C928667-315D-80DE-4D2D-7ACC313D3436}"/>
              </a:ext>
            </a:extLst>
          </p:cNvPr>
          <p:cNvSpPr/>
          <p:nvPr/>
        </p:nvSpPr>
        <p:spPr>
          <a:xfrm>
            <a:off x="6145885" y="4431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8D62288-9AE1-E4BD-E5DA-7E07067CADD7}"/>
              </a:ext>
            </a:extLst>
          </p:cNvPr>
          <p:cNvSpPr/>
          <p:nvPr/>
        </p:nvSpPr>
        <p:spPr>
          <a:xfrm>
            <a:off x="6145885" y="136829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FAE1C3-D92E-6186-40EA-689AFB3D4C94}"/>
              </a:ext>
            </a:extLst>
          </p:cNvPr>
          <p:cNvSpPr/>
          <p:nvPr/>
        </p:nvSpPr>
        <p:spPr>
          <a:xfrm>
            <a:off x="6145885" y="229347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D90868-1FAA-CBB7-EB08-204EC28B8294}"/>
              </a:ext>
            </a:extLst>
          </p:cNvPr>
          <p:cNvSpPr/>
          <p:nvPr/>
        </p:nvSpPr>
        <p:spPr>
          <a:xfrm>
            <a:off x="6145885" y="320830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740295-1F2A-35CA-6AD2-E1DBA80EC74B}"/>
              </a:ext>
            </a:extLst>
          </p:cNvPr>
          <p:cNvSpPr txBox="1"/>
          <p:nvPr/>
        </p:nvSpPr>
        <p:spPr>
          <a:xfrm>
            <a:off x="6145885" y="68085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C419DC1-DA6C-9B50-5204-703A6ECF9802}"/>
              </a:ext>
            </a:extLst>
          </p:cNvPr>
          <p:cNvSpPr/>
          <p:nvPr/>
        </p:nvSpPr>
        <p:spPr>
          <a:xfrm>
            <a:off x="6145885" y="413110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6522EA-1D5A-A9EA-D8BC-415C41C86598}"/>
              </a:ext>
            </a:extLst>
          </p:cNvPr>
          <p:cNvSpPr/>
          <p:nvPr/>
        </p:nvSpPr>
        <p:spPr>
          <a:xfrm>
            <a:off x="592335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111EEC2-563A-448F-76A6-C60F2D01570E}"/>
              </a:ext>
            </a:extLst>
          </p:cNvPr>
          <p:cNvSpPr/>
          <p:nvPr/>
        </p:nvSpPr>
        <p:spPr>
          <a:xfrm>
            <a:off x="1514017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7049BD-5964-6ACE-0F5F-89FACAAD358D}"/>
              </a:ext>
            </a:extLst>
          </p:cNvPr>
          <p:cNvSpPr/>
          <p:nvPr/>
        </p:nvSpPr>
        <p:spPr>
          <a:xfrm>
            <a:off x="2439197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8308B6-45B7-3061-B5D8-81E08D56F656}"/>
              </a:ext>
            </a:extLst>
          </p:cNvPr>
          <p:cNvSpPr txBox="1"/>
          <p:nvPr/>
        </p:nvSpPr>
        <p:spPr>
          <a:xfrm>
            <a:off x="31075" y="4409987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46FE566-1E87-9551-0F13-9BAB171158B3}"/>
              </a:ext>
            </a:extLst>
          </p:cNvPr>
          <p:cNvSpPr/>
          <p:nvPr/>
        </p:nvSpPr>
        <p:spPr>
          <a:xfrm>
            <a:off x="3364377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20EC7B5-A91A-4C46-4F16-6CFC237897D3}"/>
              </a:ext>
            </a:extLst>
          </p:cNvPr>
          <p:cNvSpPr/>
          <p:nvPr/>
        </p:nvSpPr>
        <p:spPr>
          <a:xfrm>
            <a:off x="4291671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2B46AF-BF59-19A8-83A4-BBC397C35C64}"/>
              </a:ext>
            </a:extLst>
          </p:cNvPr>
          <p:cNvSpPr/>
          <p:nvPr/>
        </p:nvSpPr>
        <p:spPr>
          <a:xfrm>
            <a:off x="5216851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C64B7C4-B5A5-9D0A-985A-F64F6202F3F1}"/>
              </a:ext>
            </a:extLst>
          </p:cNvPr>
          <p:cNvSpPr/>
          <p:nvPr/>
        </p:nvSpPr>
        <p:spPr>
          <a:xfrm>
            <a:off x="6145529" y="5056139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BF0A94-F59C-F58F-7D31-8C3FF6C31897}"/>
              </a:ext>
            </a:extLst>
          </p:cNvPr>
          <p:cNvSpPr txBox="1"/>
          <p:nvPr/>
        </p:nvSpPr>
        <p:spPr>
          <a:xfrm>
            <a:off x="0" y="5357719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1EAAE45-1BE9-355D-F30B-420918D98D9D}"/>
              </a:ext>
            </a:extLst>
          </p:cNvPr>
          <p:cNvSpPr/>
          <p:nvPr/>
        </p:nvSpPr>
        <p:spPr>
          <a:xfrm>
            <a:off x="592335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EA4E52B-CF37-7B15-74C4-D6C2946D563E}"/>
              </a:ext>
            </a:extLst>
          </p:cNvPr>
          <p:cNvSpPr/>
          <p:nvPr/>
        </p:nvSpPr>
        <p:spPr>
          <a:xfrm>
            <a:off x="1514017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C7C79B6-43FA-74C6-336F-992764D679C5}"/>
              </a:ext>
            </a:extLst>
          </p:cNvPr>
          <p:cNvSpPr/>
          <p:nvPr/>
        </p:nvSpPr>
        <p:spPr>
          <a:xfrm>
            <a:off x="2439197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41DDCFF-237A-DB9E-26E8-2C53F8829ACB}"/>
              </a:ext>
            </a:extLst>
          </p:cNvPr>
          <p:cNvSpPr/>
          <p:nvPr/>
        </p:nvSpPr>
        <p:spPr>
          <a:xfrm>
            <a:off x="3364377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72BD7DF-A933-60C5-F7CC-07AC94ABA164}"/>
              </a:ext>
            </a:extLst>
          </p:cNvPr>
          <p:cNvSpPr/>
          <p:nvPr/>
        </p:nvSpPr>
        <p:spPr>
          <a:xfrm>
            <a:off x="4291671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97D5E16-E14A-9FFE-976A-73366AA64EBA}"/>
              </a:ext>
            </a:extLst>
          </p:cNvPr>
          <p:cNvSpPr/>
          <p:nvPr/>
        </p:nvSpPr>
        <p:spPr>
          <a:xfrm>
            <a:off x="5216851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BEB7BCC-1863-7698-3EDC-E91594B77622}"/>
              </a:ext>
            </a:extLst>
          </p:cNvPr>
          <p:cNvSpPr/>
          <p:nvPr/>
        </p:nvSpPr>
        <p:spPr>
          <a:xfrm>
            <a:off x="6145529" y="5977063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A83D7C-06FC-D7C8-E8D7-D2582EFE9B02}"/>
              </a:ext>
            </a:extLst>
          </p:cNvPr>
          <p:cNvSpPr txBox="1"/>
          <p:nvPr/>
        </p:nvSpPr>
        <p:spPr>
          <a:xfrm>
            <a:off x="0" y="6278642"/>
            <a:ext cx="642486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37395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590764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1515944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2441124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590764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1515944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2441124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590764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1515944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2441124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31075" y="726646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1515944" y="81022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2441124" y="81022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590764" y="68226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0" y="1644694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31075" y="2582680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1F1856-57E2-6966-14F8-F8F9FD03CEFF}"/>
              </a:ext>
            </a:extLst>
          </p:cNvPr>
          <p:cNvSpPr/>
          <p:nvPr/>
        </p:nvSpPr>
        <p:spPr>
          <a:xfrm>
            <a:off x="3366304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A6F652-D396-B655-5885-B956A227E43D}"/>
              </a:ext>
            </a:extLst>
          </p:cNvPr>
          <p:cNvSpPr/>
          <p:nvPr/>
        </p:nvSpPr>
        <p:spPr>
          <a:xfrm>
            <a:off x="3366304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AE20A-4010-1A90-BA8E-27E745CC59DC}"/>
              </a:ext>
            </a:extLst>
          </p:cNvPr>
          <p:cNvSpPr/>
          <p:nvPr/>
        </p:nvSpPr>
        <p:spPr>
          <a:xfrm>
            <a:off x="3366304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FA0B0C-3B4D-2B41-EC5C-27E5491C9E35}"/>
              </a:ext>
            </a:extLst>
          </p:cNvPr>
          <p:cNvSpPr/>
          <p:nvPr/>
        </p:nvSpPr>
        <p:spPr>
          <a:xfrm>
            <a:off x="590764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30BF87-FE75-1F25-5C81-4DB0E0479FC1}"/>
              </a:ext>
            </a:extLst>
          </p:cNvPr>
          <p:cNvSpPr/>
          <p:nvPr/>
        </p:nvSpPr>
        <p:spPr>
          <a:xfrm>
            <a:off x="1515944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496CB1-14DD-45E2-0D6E-DDA9E3B15F71}"/>
              </a:ext>
            </a:extLst>
          </p:cNvPr>
          <p:cNvSpPr/>
          <p:nvPr/>
        </p:nvSpPr>
        <p:spPr>
          <a:xfrm>
            <a:off x="2441124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88FD06-16B9-7FA8-995F-0763A10D9667}"/>
              </a:ext>
            </a:extLst>
          </p:cNvPr>
          <p:cNvSpPr txBox="1"/>
          <p:nvPr/>
        </p:nvSpPr>
        <p:spPr>
          <a:xfrm>
            <a:off x="35518" y="3484808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352343-4F2B-47F0-8691-E7B79DEB3A04}"/>
              </a:ext>
            </a:extLst>
          </p:cNvPr>
          <p:cNvSpPr/>
          <p:nvPr/>
        </p:nvSpPr>
        <p:spPr>
          <a:xfrm>
            <a:off x="3366304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E08140-0942-A823-3271-D72E3E71FFB5}"/>
              </a:ext>
            </a:extLst>
          </p:cNvPr>
          <p:cNvSpPr txBox="1"/>
          <p:nvPr/>
        </p:nvSpPr>
        <p:spPr>
          <a:xfrm>
            <a:off x="3366304" y="79801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EED613-3208-E5BF-2782-58C29023E617}"/>
              </a:ext>
            </a:extLst>
          </p:cNvPr>
          <p:cNvSpPr/>
          <p:nvPr/>
        </p:nvSpPr>
        <p:spPr>
          <a:xfrm>
            <a:off x="4293598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419212-E472-7C0F-3C1F-0B7131B1979E}"/>
              </a:ext>
            </a:extLst>
          </p:cNvPr>
          <p:cNvSpPr/>
          <p:nvPr/>
        </p:nvSpPr>
        <p:spPr>
          <a:xfrm>
            <a:off x="4293598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4EB93A-7D87-D904-EEBF-825AA97F8BA0}"/>
              </a:ext>
            </a:extLst>
          </p:cNvPr>
          <p:cNvSpPr/>
          <p:nvPr/>
        </p:nvSpPr>
        <p:spPr>
          <a:xfrm>
            <a:off x="4293598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339FDD-4EC2-A936-4D4D-1EDB623CD214}"/>
              </a:ext>
            </a:extLst>
          </p:cNvPr>
          <p:cNvSpPr/>
          <p:nvPr/>
        </p:nvSpPr>
        <p:spPr>
          <a:xfrm>
            <a:off x="4293598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497516-D0E3-5A64-91A3-5DCF8A980BC3}"/>
              </a:ext>
            </a:extLst>
          </p:cNvPr>
          <p:cNvSpPr txBox="1"/>
          <p:nvPr/>
        </p:nvSpPr>
        <p:spPr>
          <a:xfrm>
            <a:off x="4293598" y="68226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B2DCA7-0FFD-D5D3-9383-3E10A84047A1}"/>
              </a:ext>
            </a:extLst>
          </p:cNvPr>
          <p:cNvSpPr/>
          <p:nvPr/>
        </p:nvSpPr>
        <p:spPr>
          <a:xfrm>
            <a:off x="590764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31D6FA-D9A3-3C7D-EB8D-450308C64DD5}"/>
              </a:ext>
            </a:extLst>
          </p:cNvPr>
          <p:cNvSpPr/>
          <p:nvPr/>
        </p:nvSpPr>
        <p:spPr>
          <a:xfrm>
            <a:off x="1515944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EDB840-0E4B-9B1C-686D-CC8EC2312843}"/>
              </a:ext>
            </a:extLst>
          </p:cNvPr>
          <p:cNvSpPr/>
          <p:nvPr/>
        </p:nvSpPr>
        <p:spPr>
          <a:xfrm>
            <a:off x="2441124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40869F-90FA-0511-ADFE-03318673FF4D}"/>
              </a:ext>
            </a:extLst>
          </p:cNvPr>
          <p:cNvSpPr/>
          <p:nvPr/>
        </p:nvSpPr>
        <p:spPr>
          <a:xfrm>
            <a:off x="3366304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41D41B-9A7D-C736-E1A4-7C97104D9790}"/>
              </a:ext>
            </a:extLst>
          </p:cNvPr>
          <p:cNvSpPr/>
          <p:nvPr/>
        </p:nvSpPr>
        <p:spPr>
          <a:xfrm>
            <a:off x="4293598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B52DC5-2587-3D4F-5569-560549DE6CFD}"/>
              </a:ext>
            </a:extLst>
          </p:cNvPr>
          <p:cNvSpPr/>
          <p:nvPr/>
        </p:nvSpPr>
        <p:spPr>
          <a:xfrm>
            <a:off x="5218778" y="44325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1BFABD-DCF1-CE81-59BC-0DC60AC88CC0}"/>
              </a:ext>
            </a:extLst>
          </p:cNvPr>
          <p:cNvSpPr/>
          <p:nvPr/>
        </p:nvSpPr>
        <p:spPr>
          <a:xfrm>
            <a:off x="5218778" y="136843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09BEC4-F63E-FA9A-57F4-E5CD506CE01A}"/>
              </a:ext>
            </a:extLst>
          </p:cNvPr>
          <p:cNvSpPr/>
          <p:nvPr/>
        </p:nvSpPr>
        <p:spPr>
          <a:xfrm>
            <a:off x="5218778" y="22936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F6EBF8-92A7-8E2A-2FBD-82F77850A27E}"/>
              </a:ext>
            </a:extLst>
          </p:cNvPr>
          <p:cNvSpPr/>
          <p:nvPr/>
        </p:nvSpPr>
        <p:spPr>
          <a:xfrm>
            <a:off x="5218778" y="32084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867158-CED1-EF38-1219-D07CDF1CDDA7}"/>
              </a:ext>
            </a:extLst>
          </p:cNvPr>
          <p:cNvSpPr txBox="1"/>
          <p:nvPr/>
        </p:nvSpPr>
        <p:spPr>
          <a:xfrm>
            <a:off x="5218778" y="68226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67EDF46-3BD7-FC4B-5230-51057CF85F9B}"/>
              </a:ext>
            </a:extLst>
          </p:cNvPr>
          <p:cNvSpPr/>
          <p:nvPr/>
        </p:nvSpPr>
        <p:spPr>
          <a:xfrm>
            <a:off x="5218778" y="413124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C928667-315D-80DE-4D2D-7ACC313D3436}"/>
              </a:ext>
            </a:extLst>
          </p:cNvPr>
          <p:cNvSpPr/>
          <p:nvPr/>
        </p:nvSpPr>
        <p:spPr>
          <a:xfrm>
            <a:off x="6145885" y="44311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8D62288-9AE1-E4BD-E5DA-7E07067CADD7}"/>
              </a:ext>
            </a:extLst>
          </p:cNvPr>
          <p:cNvSpPr/>
          <p:nvPr/>
        </p:nvSpPr>
        <p:spPr>
          <a:xfrm>
            <a:off x="6145885" y="1368298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FAE1C3-D92E-6186-40EA-689AFB3D4C94}"/>
              </a:ext>
            </a:extLst>
          </p:cNvPr>
          <p:cNvSpPr/>
          <p:nvPr/>
        </p:nvSpPr>
        <p:spPr>
          <a:xfrm>
            <a:off x="6145885" y="229347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D90868-1FAA-CBB7-EB08-204EC28B8294}"/>
              </a:ext>
            </a:extLst>
          </p:cNvPr>
          <p:cNvSpPr/>
          <p:nvPr/>
        </p:nvSpPr>
        <p:spPr>
          <a:xfrm>
            <a:off x="6145885" y="320830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740295-1F2A-35CA-6AD2-E1DBA80EC74B}"/>
              </a:ext>
            </a:extLst>
          </p:cNvPr>
          <p:cNvSpPr txBox="1"/>
          <p:nvPr/>
        </p:nvSpPr>
        <p:spPr>
          <a:xfrm>
            <a:off x="6145885" y="68085"/>
            <a:ext cx="925180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C419DC1-DA6C-9B50-5204-703A6ECF9802}"/>
              </a:ext>
            </a:extLst>
          </p:cNvPr>
          <p:cNvSpPr/>
          <p:nvPr/>
        </p:nvSpPr>
        <p:spPr>
          <a:xfrm>
            <a:off x="6145885" y="4131100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6522EA-1D5A-A9EA-D8BC-415C41C86598}"/>
              </a:ext>
            </a:extLst>
          </p:cNvPr>
          <p:cNvSpPr/>
          <p:nvPr/>
        </p:nvSpPr>
        <p:spPr>
          <a:xfrm>
            <a:off x="592335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111EEC2-563A-448F-76A6-C60F2D01570E}"/>
              </a:ext>
            </a:extLst>
          </p:cNvPr>
          <p:cNvSpPr/>
          <p:nvPr/>
        </p:nvSpPr>
        <p:spPr>
          <a:xfrm>
            <a:off x="1514017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7049BD-5964-6ACE-0F5F-89FACAAD358D}"/>
              </a:ext>
            </a:extLst>
          </p:cNvPr>
          <p:cNvSpPr/>
          <p:nvPr/>
        </p:nvSpPr>
        <p:spPr>
          <a:xfrm>
            <a:off x="2439197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8308B6-45B7-3061-B5D8-81E08D56F656}"/>
              </a:ext>
            </a:extLst>
          </p:cNvPr>
          <p:cNvSpPr txBox="1"/>
          <p:nvPr/>
        </p:nvSpPr>
        <p:spPr>
          <a:xfrm>
            <a:off x="31075" y="4409987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46FE566-1E87-9551-0F13-9BAB171158B3}"/>
              </a:ext>
            </a:extLst>
          </p:cNvPr>
          <p:cNvSpPr/>
          <p:nvPr/>
        </p:nvSpPr>
        <p:spPr>
          <a:xfrm>
            <a:off x="3364377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20EC7B5-A91A-4C46-4F16-6CFC237897D3}"/>
              </a:ext>
            </a:extLst>
          </p:cNvPr>
          <p:cNvSpPr/>
          <p:nvPr/>
        </p:nvSpPr>
        <p:spPr>
          <a:xfrm>
            <a:off x="4291671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2B46AF-BF59-19A8-83A4-BBC397C35C64}"/>
              </a:ext>
            </a:extLst>
          </p:cNvPr>
          <p:cNvSpPr/>
          <p:nvPr/>
        </p:nvSpPr>
        <p:spPr>
          <a:xfrm>
            <a:off x="5216851" y="5055344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C64B7C4-B5A5-9D0A-985A-F64F6202F3F1}"/>
              </a:ext>
            </a:extLst>
          </p:cNvPr>
          <p:cNvSpPr/>
          <p:nvPr/>
        </p:nvSpPr>
        <p:spPr>
          <a:xfrm>
            <a:off x="6145529" y="5056139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BF0A94-F59C-F58F-7D31-8C3FF6C31897}"/>
              </a:ext>
            </a:extLst>
          </p:cNvPr>
          <p:cNvSpPr txBox="1"/>
          <p:nvPr/>
        </p:nvSpPr>
        <p:spPr>
          <a:xfrm>
            <a:off x="0" y="5357719"/>
            <a:ext cx="642486" cy="33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1EAAE45-1BE9-355D-F30B-420918D98D9D}"/>
              </a:ext>
            </a:extLst>
          </p:cNvPr>
          <p:cNvSpPr/>
          <p:nvPr/>
        </p:nvSpPr>
        <p:spPr>
          <a:xfrm>
            <a:off x="592335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EA4E52B-CF37-7B15-74C4-D6C2946D563E}"/>
              </a:ext>
            </a:extLst>
          </p:cNvPr>
          <p:cNvSpPr/>
          <p:nvPr/>
        </p:nvSpPr>
        <p:spPr>
          <a:xfrm>
            <a:off x="1514017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C7C79B6-43FA-74C6-336F-992764D679C5}"/>
              </a:ext>
            </a:extLst>
          </p:cNvPr>
          <p:cNvSpPr/>
          <p:nvPr/>
        </p:nvSpPr>
        <p:spPr>
          <a:xfrm>
            <a:off x="2439197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41DDCFF-237A-DB9E-26E8-2C53F8829ACB}"/>
              </a:ext>
            </a:extLst>
          </p:cNvPr>
          <p:cNvSpPr/>
          <p:nvPr/>
        </p:nvSpPr>
        <p:spPr>
          <a:xfrm>
            <a:off x="3364377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72BD7DF-A933-60C5-F7CC-07AC94ABA164}"/>
              </a:ext>
            </a:extLst>
          </p:cNvPr>
          <p:cNvSpPr/>
          <p:nvPr/>
        </p:nvSpPr>
        <p:spPr>
          <a:xfrm>
            <a:off x="4291671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97D5E16-E14A-9FFE-976A-73366AA64EBA}"/>
              </a:ext>
            </a:extLst>
          </p:cNvPr>
          <p:cNvSpPr/>
          <p:nvPr/>
        </p:nvSpPr>
        <p:spPr>
          <a:xfrm>
            <a:off x="5216851" y="5976267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BEB7BCC-1863-7698-3EDC-E91594B77622}"/>
              </a:ext>
            </a:extLst>
          </p:cNvPr>
          <p:cNvSpPr/>
          <p:nvPr/>
        </p:nvSpPr>
        <p:spPr>
          <a:xfrm>
            <a:off x="6145529" y="5977063"/>
            <a:ext cx="925180" cy="925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A83D7C-06FC-D7C8-E8D7-D2582EFE9B02}"/>
              </a:ext>
            </a:extLst>
          </p:cNvPr>
          <p:cNvSpPr txBox="1"/>
          <p:nvPr/>
        </p:nvSpPr>
        <p:spPr>
          <a:xfrm>
            <a:off x="0" y="6278642"/>
            <a:ext cx="642486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dirty="0">
                <a:solidFill>
                  <a:schemeClr val="accent4"/>
                </a:solidFill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5C3714-B370-58D3-5A03-01141F3BEF8D}"/>
              </a:ext>
            </a:extLst>
          </p:cNvPr>
          <p:cNvSpPr txBox="1"/>
          <p:nvPr/>
        </p:nvSpPr>
        <p:spPr>
          <a:xfrm>
            <a:off x="7500395" y="567159"/>
            <a:ext cx="4294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[1, 1, 1, 0, 1, 1, 1]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16269-585D-913B-2F7E-C9736247E0A1}"/>
              </a:ext>
            </a:extLst>
          </p:cNvPr>
          <p:cNvSpPr txBox="1"/>
          <p:nvPr/>
        </p:nvSpPr>
        <p:spPr>
          <a:xfrm>
            <a:off x="7500395" y="1519199"/>
            <a:ext cx="4294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[0, 0, 0, 0, 0, 0, 0]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9E875A-8293-02C0-19B2-EA489CABAAB4}"/>
              </a:ext>
            </a:extLst>
          </p:cNvPr>
          <p:cNvSpPr txBox="1"/>
          <p:nvPr/>
        </p:nvSpPr>
        <p:spPr>
          <a:xfrm>
            <a:off x="7500395" y="2463679"/>
            <a:ext cx="4294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[0, 0, 1, 0, 1, 0, 0]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8FB296-1B55-8A63-3F12-6444E09B2795}"/>
              </a:ext>
            </a:extLst>
          </p:cNvPr>
          <p:cNvSpPr txBox="1"/>
          <p:nvPr/>
        </p:nvSpPr>
        <p:spPr>
          <a:xfrm>
            <a:off x="7500395" y="3378506"/>
            <a:ext cx="4294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[0, 0, 0, 0, 0, 1, 0]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B910F3-3252-15C2-31DE-1CD117FFE146}"/>
              </a:ext>
            </a:extLst>
          </p:cNvPr>
          <p:cNvSpPr txBox="1"/>
          <p:nvPr/>
        </p:nvSpPr>
        <p:spPr>
          <a:xfrm>
            <a:off x="7500395" y="4301302"/>
            <a:ext cx="4294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[1, 1, 0, 0, 0, 0, 0]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CAF7B1-E3E0-290B-5AF4-39032286C901}"/>
              </a:ext>
            </a:extLst>
          </p:cNvPr>
          <p:cNvSpPr txBox="1"/>
          <p:nvPr/>
        </p:nvSpPr>
        <p:spPr>
          <a:xfrm>
            <a:off x="7500395" y="5232224"/>
            <a:ext cx="4294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[0, 1, 1, 1, 0, 0, 0]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4B6F9C-6ADF-4218-D670-F6F5800AFEF3}"/>
              </a:ext>
            </a:extLst>
          </p:cNvPr>
          <p:cNvSpPr txBox="1"/>
          <p:nvPr/>
        </p:nvSpPr>
        <p:spPr>
          <a:xfrm>
            <a:off x="7500395" y="6146469"/>
            <a:ext cx="4294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[0, 0, 0, 1, 1, 1, 1]</a:t>
            </a:r>
          </a:p>
        </p:txBody>
      </p:sp>
    </p:spTree>
    <p:extLst>
      <p:ext uri="{BB962C8B-B14F-4D97-AF65-F5344CB8AC3E}">
        <p14:creationId xmlns:p14="http://schemas.microsoft.com/office/powerpoint/2010/main" val="2879547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3000">
        <p:fade/>
      </p:transition>
    </mc:Choice>
    <mc:Fallback>
      <p:transition spd="slow" advTm="3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95</TotalTime>
  <Words>201</Words>
  <Application>Microsoft Office PowerPoint</Application>
  <PresentationFormat>Custom</PresentationFormat>
  <Paragraphs>103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panahi</dc:creator>
  <cp:lastModifiedBy>panahi</cp:lastModifiedBy>
  <cp:revision>6</cp:revision>
  <dcterms:created xsi:type="dcterms:W3CDTF">2023-08-25T00:38:11Z</dcterms:created>
  <dcterms:modified xsi:type="dcterms:W3CDTF">2023-08-25T02:13:51Z</dcterms:modified>
</cp:coreProperties>
</file>