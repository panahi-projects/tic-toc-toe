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A2D98-A60C-80D3-C2EC-6348984B5B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5EFD92-E3B6-12DD-A9D0-F4D8FD22DA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03B41-A33B-71E7-DB66-822563136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9320-294D-4D9D-8ABB-07F0FE41E96F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903ED-CF0E-EE9A-60C9-B5C6BBC08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58A55-DCBB-3E66-8333-27D862062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6422-052B-4DC3-B9FD-45783E02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735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E0D34-453C-3E35-D047-1CBF70AB3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CB465-A1E5-DF9C-D66C-D303D2DB9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B8F2B-7FB8-C943-BC33-6EAB9225F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9320-294D-4D9D-8ABB-07F0FE41E96F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F9994-9F58-9FCA-F2E8-35768E741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5A29A-5CB9-7831-5F14-9FFD721D6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6422-052B-4DC3-B9FD-45783E02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625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8199F-64EC-B5C4-ECDB-D8CA0DD18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8BB492-2D83-9668-8E1A-FBA8FF965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B1F8C-23DD-7299-DA98-F63DCEF53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9320-294D-4D9D-8ABB-07F0FE41E96F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B0C3E-3A0E-63AF-3CFE-2A7528852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6AC27-8D06-A5C6-9C5F-D2520BD65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6422-052B-4DC3-B9FD-45783E02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403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BD20F-ECA1-AB94-3DE2-8AC226BC5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5F426-3D53-2EF5-8DD2-8C3C5D3E63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3F7989-838F-9016-A035-081FB806E6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BFA075-BAB7-98CB-A798-39B83D0C0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9320-294D-4D9D-8ABB-07F0FE41E96F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7A3957-813E-5699-1E49-7AD207E74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F7992D-692B-DFA6-9BDB-52C671F2D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6422-052B-4DC3-B9FD-45783E02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956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EAB97-8D8A-E0EB-1198-6464E3052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4BAF3C-7072-851B-B881-5A6C4E18E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0F6646-EAA7-35D3-8982-61C7FC6C79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F1FFDB-0831-A56A-CF8A-A8777DCCB7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3E2F02-9C6E-030A-DDC9-0760728156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7C6317-8459-983D-FA71-9484BFAED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9320-294D-4D9D-8ABB-07F0FE41E96F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6D876B-2E68-96DB-ACBE-7C5CA8DEA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B261E1-E18A-C4C0-088B-22D2F05D4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6422-052B-4DC3-B9FD-45783E02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395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98D65-5D5F-9FC8-22E3-DCD8F7C57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206D9E-18E7-E622-24AC-104CC1512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9320-294D-4D9D-8ABB-07F0FE41E96F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DE7D07-A7EE-EABA-DFFF-DF7E17153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831A27-FCCF-36F8-B91E-2AF6639CA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6422-052B-4DC3-B9FD-45783E02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7A092A-69FD-C811-3B9E-C0CA658AF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9320-294D-4D9D-8ABB-07F0FE41E96F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91BC2E-39B9-C420-0A64-F157312A5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30A35-2E4D-DB0A-10EE-2523A030A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6422-052B-4DC3-B9FD-45783E02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597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EE4E0-71E8-1E9C-01EF-1D9D8D5A3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77147-CFA7-D7B1-FD54-933087739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1F3C6C-E3BB-138C-4E1C-F2BCB56557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DF13FB-0032-3C54-A4A0-A01B946FE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9320-294D-4D9D-8ABB-07F0FE41E96F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8775F2-045A-65A8-83AC-6A3042C3F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8F3A72-2B6B-0D75-7C9F-FDD125CE2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6422-052B-4DC3-B9FD-45783E02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10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033D-6E02-9FF4-8BC6-8D4F48D0D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7BE78C-55DF-5EEB-CF1C-E1EC69879B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FC89BA-4F14-DEBD-C03E-4AAEAEAB5A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C2F03-67F1-ADCA-38A1-5490AB888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9320-294D-4D9D-8ABB-07F0FE41E96F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5CF471-0948-1BA0-3CEB-D09E75544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992739-FD83-2BBF-5C61-E6986F33D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6422-052B-4DC3-B9FD-45783E02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503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87080-63E0-7793-CB28-8CFF8BC96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979F2-71CC-4EF7-02C4-D2073975B0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B7646-88C8-16BB-6ACB-63D065E37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9320-294D-4D9D-8ABB-07F0FE41E96F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62EBF-EAE0-234B-5529-B791AA634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B8D71-6239-F574-4730-F96016DA3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6422-052B-4DC3-B9FD-45783E02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5BE8E5-ACD5-7B93-7DEB-D14DEC593A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CDB259-9FD8-2848-2C89-2F53B724B0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441AF-E43B-9361-90F2-77838DCCD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9320-294D-4D9D-8ABB-07F0FE41E96F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357DE-24DF-0290-ABF8-5572D9117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0D148-2ADE-1038-A02A-56EFDB0BF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6422-052B-4DC3-B9FD-45783E02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024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BCFC76-8115-4C0C-2963-33C158336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BB4689-FEA3-68FF-1238-91EBDFB247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6122F-56AB-693A-A95D-432D51C128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D9320-294D-4D9D-8ABB-07F0FE41E96F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9F3098-07B3-924E-ADBC-078DE3459E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5BE7E-649E-4677-1CAE-5517B35F6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DF6422-052B-4DC3-B9FD-45783E02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409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387C04-120E-2DFC-1A35-9EC793D42B63}"/>
              </a:ext>
            </a:extLst>
          </p:cNvPr>
          <p:cNvSpPr/>
          <p:nvPr/>
        </p:nvSpPr>
        <p:spPr>
          <a:xfrm>
            <a:off x="718456" y="1782147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AC231F-7EF3-75DC-36D0-E8520C97CD53}"/>
              </a:ext>
            </a:extLst>
          </p:cNvPr>
          <p:cNvSpPr/>
          <p:nvPr/>
        </p:nvSpPr>
        <p:spPr>
          <a:xfrm>
            <a:off x="1726162" y="1782147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63B3E1-9CF3-DF0C-1642-836655B03A3F}"/>
              </a:ext>
            </a:extLst>
          </p:cNvPr>
          <p:cNvSpPr/>
          <p:nvPr/>
        </p:nvSpPr>
        <p:spPr>
          <a:xfrm>
            <a:off x="2733868" y="1782147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63D0B8-441B-831B-3ACD-CCB0ABAB1A87}"/>
              </a:ext>
            </a:extLst>
          </p:cNvPr>
          <p:cNvSpPr/>
          <p:nvPr/>
        </p:nvSpPr>
        <p:spPr>
          <a:xfrm>
            <a:off x="718456" y="2789853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403CF0-87CF-2231-FD95-7B7FCD7B627D}"/>
              </a:ext>
            </a:extLst>
          </p:cNvPr>
          <p:cNvSpPr/>
          <p:nvPr/>
        </p:nvSpPr>
        <p:spPr>
          <a:xfrm>
            <a:off x="1726162" y="2789853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CB193F-D78E-5FA0-8536-DFBCAFC44085}"/>
              </a:ext>
            </a:extLst>
          </p:cNvPr>
          <p:cNvSpPr/>
          <p:nvPr/>
        </p:nvSpPr>
        <p:spPr>
          <a:xfrm>
            <a:off x="2733868" y="2789853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18DD6A-AD2B-AE30-E187-45639D99CAD5}"/>
              </a:ext>
            </a:extLst>
          </p:cNvPr>
          <p:cNvSpPr/>
          <p:nvPr/>
        </p:nvSpPr>
        <p:spPr>
          <a:xfrm>
            <a:off x="718456" y="3797559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78B3D4-EEFB-4D4C-CDE8-92C385AE3E7D}"/>
              </a:ext>
            </a:extLst>
          </p:cNvPr>
          <p:cNvSpPr/>
          <p:nvPr/>
        </p:nvSpPr>
        <p:spPr>
          <a:xfrm>
            <a:off x="1726162" y="3797559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124D68-DAA9-7B28-903E-D7E851E5ABC3}"/>
              </a:ext>
            </a:extLst>
          </p:cNvPr>
          <p:cNvSpPr/>
          <p:nvPr/>
        </p:nvSpPr>
        <p:spPr>
          <a:xfrm>
            <a:off x="2733868" y="3797559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4A2737-A52D-E934-2CF1-9DF0366B62EE}"/>
              </a:ext>
            </a:extLst>
          </p:cNvPr>
          <p:cNvSpPr txBox="1"/>
          <p:nvPr/>
        </p:nvSpPr>
        <p:spPr>
          <a:xfrm>
            <a:off x="171060" y="2113777"/>
            <a:ext cx="69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08CB62-36A3-D893-7B71-4C4D1D0E8AF4}"/>
              </a:ext>
            </a:extLst>
          </p:cNvPr>
          <p:cNvSpPr txBox="1"/>
          <p:nvPr/>
        </p:nvSpPr>
        <p:spPr>
          <a:xfrm>
            <a:off x="1726162" y="1412815"/>
            <a:ext cx="1007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A68436-A865-4139-DD3E-DF5BBDA86A18}"/>
              </a:ext>
            </a:extLst>
          </p:cNvPr>
          <p:cNvSpPr txBox="1"/>
          <p:nvPr/>
        </p:nvSpPr>
        <p:spPr>
          <a:xfrm>
            <a:off x="2733868" y="1412815"/>
            <a:ext cx="1007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EC5458-E137-EFF9-CFED-E818C20E22BA}"/>
              </a:ext>
            </a:extLst>
          </p:cNvPr>
          <p:cNvSpPr txBox="1"/>
          <p:nvPr/>
        </p:nvSpPr>
        <p:spPr>
          <a:xfrm>
            <a:off x="718456" y="1424092"/>
            <a:ext cx="1007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A35B83-F89D-3261-55A5-9D427F39A886}"/>
              </a:ext>
            </a:extLst>
          </p:cNvPr>
          <p:cNvSpPr txBox="1"/>
          <p:nvPr/>
        </p:nvSpPr>
        <p:spPr>
          <a:xfrm>
            <a:off x="171060" y="3096408"/>
            <a:ext cx="69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AFB81C-57AB-B0A4-F96F-D6E67FAF3AB0}"/>
              </a:ext>
            </a:extLst>
          </p:cNvPr>
          <p:cNvSpPr txBox="1"/>
          <p:nvPr/>
        </p:nvSpPr>
        <p:spPr>
          <a:xfrm>
            <a:off x="171060" y="4126863"/>
            <a:ext cx="69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7D1B3F-DB95-1138-C706-BC3824B3B460}"/>
              </a:ext>
            </a:extLst>
          </p:cNvPr>
          <p:cNvSpPr txBox="1"/>
          <p:nvPr/>
        </p:nvSpPr>
        <p:spPr>
          <a:xfrm>
            <a:off x="3919250" y="2157689"/>
            <a:ext cx="1346844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[</a:t>
            </a:r>
          </a:p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  [1, 2, 3],</a:t>
            </a:r>
          </a:p>
          <a:p>
            <a:endParaRPr lang="en-US" sz="2000" dirty="0">
              <a:solidFill>
                <a:srgbClr val="C00000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  [4, 5, 6],</a:t>
            </a:r>
          </a:p>
          <a:p>
            <a:endParaRPr lang="en-US" sz="2000" dirty="0">
              <a:solidFill>
                <a:srgbClr val="C00000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  [7, 8, 9]</a:t>
            </a:r>
          </a:p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354182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387C04-120E-2DFC-1A35-9EC793D42B63}"/>
              </a:ext>
            </a:extLst>
          </p:cNvPr>
          <p:cNvSpPr/>
          <p:nvPr/>
        </p:nvSpPr>
        <p:spPr>
          <a:xfrm>
            <a:off x="3785133" y="2710185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AC231F-7EF3-75DC-36D0-E8520C97CD53}"/>
              </a:ext>
            </a:extLst>
          </p:cNvPr>
          <p:cNvSpPr/>
          <p:nvPr/>
        </p:nvSpPr>
        <p:spPr>
          <a:xfrm>
            <a:off x="4497689" y="1997629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63B3E1-9CF3-DF0C-1642-836655B03A3F}"/>
              </a:ext>
            </a:extLst>
          </p:cNvPr>
          <p:cNvSpPr/>
          <p:nvPr/>
        </p:nvSpPr>
        <p:spPr>
          <a:xfrm>
            <a:off x="5210244" y="1285073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63D0B8-441B-831B-3ACD-CCB0ABAB1A87}"/>
              </a:ext>
            </a:extLst>
          </p:cNvPr>
          <p:cNvSpPr/>
          <p:nvPr/>
        </p:nvSpPr>
        <p:spPr>
          <a:xfrm>
            <a:off x="4497689" y="3422741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403CF0-87CF-2231-FD95-7B7FCD7B627D}"/>
              </a:ext>
            </a:extLst>
          </p:cNvPr>
          <p:cNvSpPr/>
          <p:nvPr/>
        </p:nvSpPr>
        <p:spPr>
          <a:xfrm>
            <a:off x="5210244" y="2710185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CB193F-D78E-5FA0-8536-DFBCAFC44085}"/>
              </a:ext>
            </a:extLst>
          </p:cNvPr>
          <p:cNvSpPr/>
          <p:nvPr/>
        </p:nvSpPr>
        <p:spPr>
          <a:xfrm>
            <a:off x="5922800" y="1997629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18DD6A-AD2B-AE30-E187-45639D99CAD5}"/>
              </a:ext>
            </a:extLst>
          </p:cNvPr>
          <p:cNvSpPr/>
          <p:nvPr/>
        </p:nvSpPr>
        <p:spPr>
          <a:xfrm>
            <a:off x="5210244" y="4135296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78B3D4-EEFB-4D4C-CDE8-92C385AE3E7D}"/>
              </a:ext>
            </a:extLst>
          </p:cNvPr>
          <p:cNvSpPr/>
          <p:nvPr/>
        </p:nvSpPr>
        <p:spPr>
          <a:xfrm>
            <a:off x="5922800" y="3422741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124D68-DAA9-7B28-903E-D7E851E5ABC3}"/>
              </a:ext>
            </a:extLst>
          </p:cNvPr>
          <p:cNvSpPr/>
          <p:nvPr/>
        </p:nvSpPr>
        <p:spPr>
          <a:xfrm>
            <a:off x="6635356" y="2710185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4A2737-A52D-E934-2CF1-9DF0366B62EE}"/>
              </a:ext>
            </a:extLst>
          </p:cNvPr>
          <p:cNvSpPr txBox="1"/>
          <p:nvPr/>
        </p:nvSpPr>
        <p:spPr>
          <a:xfrm>
            <a:off x="4516528" y="1477471"/>
            <a:ext cx="69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08CB62-36A3-D893-7B71-4C4D1D0E8AF4}"/>
              </a:ext>
            </a:extLst>
          </p:cNvPr>
          <p:cNvSpPr txBox="1"/>
          <p:nvPr/>
        </p:nvSpPr>
        <p:spPr>
          <a:xfrm>
            <a:off x="6005606" y="1467033"/>
            <a:ext cx="1007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A68436-A865-4139-DD3E-DF5BBDA86A18}"/>
              </a:ext>
            </a:extLst>
          </p:cNvPr>
          <p:cNvSpPr txBox="1"/>
          <p:nvPr/>
        </p:nvSpPr>
        <p:spPr>
          <a:xfrm>
            <a:off x="6724808" y="2169241"/>
            <a:ext cx="1007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EC5458-E137-EFF9-CFED-E818C20E22BA}"/>
              </a:ext>
            </a:extLst>
          </p:cNvPr>
          <p:cNvSpPr txBox="1"/>
          <p:nvPr/>
        </p:nvSpPr>
        <p:spPr>
          <a:xfrm>
            <a:off x="5225321" y="845052"/>
            <a:ext cx="1007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A35B83-F89D-3261-55A5-9D427F39A886}"/>
              </a:ext>
            </a:extLst>
          </p:cNvPr>
          <p:cNvSpPr txBox="1"/>
          <p:nvPr/>
        </p:nvSpPr>
        <p:spPr>
          <a:xfrm>
            <a:off x="3791513" y="2169241"/>
            <a:ext cx="69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AFB81C-57AB-B0A4-F96F-D6E67FAF3AB0}"/>
              </a:ext>
            </a:extLst>
          </p:cNvPr>
          <p:cNvSpPr txBox="1"/>
          <p:nvPr/>
        </p:nvSpPr>
        <p:spPr>
          <a:xfrm>
            <a:off x="3158591" y="3005335"/>
            <a:ext cx="69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16844F-F998-CA20-7943-252412E4B9F3}"/>
              </a:ext>
            </a:extLst>
          </p:cNvPr>
          <p:cNvSpPr txBox="1"/>
          <p:nvPr/>
        </p:nvSpPr>
        <p:spPr>
          <a:xfrm>
            <a:off x="3804273" y="3889503"/>
            <a:ext cx="69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B1CB76-F49F-212A-5A8E-C6AD9421C8B5}"/>
              </a:ext>
            </a:extLst>
          </p:cNvPr>
          <p:cNvSpPr txBox="1"/>
          <p:nvPr/>
        </p:nvSpPr>
        <p:spPr>
          <a:xfrm>
            <a:off x="4491309" y="4591131"/>
            <a:ext cx="69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245558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387C04-120E-2DFC-1A35-9EC793D42B63}"/>
              </a:ext>
            </a:extLst>
          </p:cNvPr>
          <p:cNvSpPr/>
          <p:nvPr/>
        </p:nvSpPr>
        <p:spPr>
          <a:xfrm>
            <a:off x="7971650" y="2985963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AC231F-7EF3-75DC-36D0-E8520C97CD53}"/>
              </a:ext>
            </a:extLst>
          </p:cNvPr>
          <p:cNvSpPr/>
          <p:nvPr/>
        </p:nvSpPr>
        <p:spPr>
          <a:xfrm>
            <a:off x="7970145" y="1986407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63B3E1-9CF3-DF0C-1642-836655B03A3F}"/>
              </a:ext>
            </a:extLst>
          </p:cNvPr>
          <p:cNvSpPr/>
          <p:nvPr/>
        </p:nvSpPr>
        <p:spPr>
          <a:xfrm>
            <a:off x="7969910" y="974766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63D0B8-441B-831B-3ACD-CCB0ABAB1A87}"/>
              </a:ext>
            </a:extLst>
          </p:cNvPr>
          <p:cNvSpPr/>
          <p:nvPr/>
        </p:nvSpPr>
        <p:spPr>
          <a:xfrm>
            <a:off x="7971577" y="3996432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403CF0-87CF-2231-FD95-7B7FCD7B627D}"/>
              </a:ext>
            </a:extLst>
          </p:cNvPr>
          <p:cNvSpPr/>
          <p:nvPr/>
        </p:nvSpPr>
        <p:spPr>
          <a:xfrm>
            <a:off x="8976075" y="2996759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CB193F-D78E-5FA0-8536-DFBCAFC44085}"/>
              </a:ext>
            </a:extLst>
          </p:cNvPr>
          <p:cNvSpPr/>
          <p:nvPr/>
        </p:nvSpPr>
        <p:spPr>
          <a:xfrm>
            <a:off x="8979356" y="1982913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18DD6A-AD2B-AE30-E187-45639D99CAD5}"/>
              </a:ext>
            </a:extLst>
          </p:cNvPr>
          <p:cNvSpPr/>
          <p:nvPr/>
        </p:nvSpPr>
        <p:spPr>
          <a:xfrm>
            <a:off x="7970909" y="5011905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78B3D4-EEFB-4D4C-CDE8-92C385AE3E7D}"/>
              </a:ext>
            </a:extLst>
          </p:cNvPr>
          <p:cNvSpPr/>
          <p:nvPr/>
        </p:nvSpPr>
        <p:spPr>
          <a:xfrm>
            <a:off x="8974500" y="3996209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124D68-DAA9-7B28-903E-D7E851E5ABC3}"/>
              </a:ext>
            </a:extLst>
          </p:cNvPr>
          <p:cNvSpPr/>
          <p:nvPr/>
        </p:nvSpPr>
        <p:spPr>
          <a:xfrm>
            <a:off x="9982044" y="2985963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4A2737-A52D-E934-2CF1-9DF0366B62EE}"/>
              </a:ext>
            </a:extLst>
          </p:cNvPr>
          <p:cNvSpPr txBox="1"/>
          <p:nvPr/>
        </p:nvSpPr>
        <p:spPr>
          <a:xfrm>
            <a:off x="7355292" y="1285597"/>
            <a:ext cx="69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08CB62-36A3-D893-7B71-4C4D1D0E8AF4}"/>
              </a:ext>
            </a:extLst>
          </p:cNvPr>
          <p:cNvSpPr txBox="1"/>
          <p:nvPr/>
        </p:nvSpPr>
        <p:spPr>
          <a:xfrm>
            <a:off x="9031875" y="583829"/>
            <a:ext cx="1007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A68436-A865-4139-DD3E-DF5BBDA86A18}"/>
              </a:ext>
            </a:extLst>
          </p:cNvPr>
          <p:cNvSpPr txBox="1"/>
          <p:nvPr/>
        </p:nvSpPr>
        <p:spPr>
          <a:xfrm>
            <a:off x="9982044" y="598339"/>
            <a:ext cx="1007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EC5458-E137-EFF9-CFED-E818C20E22BA}"/>
              </a:ext>
            </a:extLst>
          </p:cNvPr>
          <p:cNvSpPr txBox="1"/>
          <p:nvPr/>
        </p:nvSpPr>
        <p:spPr>
          <a:xfrm>
            <a:off x="7966794" y="571092"/>
            <a:ext cx="1007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A35B83-F89D-3261-55A5-9D427F39A886}"/>
              </a:ext>
            </a:extLst>
          </p:cNvPr>
          <p:cNvSpPr txBox="1"/>
          <p:nvPr/>
        </p:nvSpPr>
        <p:spPr>
          <a:xfrm>
            <a:off x="7355292" y="2319731"/>
            <a:ext cx="69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AFB81C-57AB-B0A4-F96F-D6E67FAF3AB0}"/>
              </a:ext>
            </a:extLst>
          </p:cNvPr>
          <p:cNvSpPr txBox="1"/>
          <p:nvPr/>
        </p:nvSpPr>
        <p:spPr>
          <a:xfrm>
            <a:off x="7355292" y="3306085"/>
            <a:ext cx="69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16844F-F998-CA20-7943-252412E4B9F3}"/>
              </a:ext>
            </a:extLst>
          </p:cNvPr>
          <p:cNvSpPr txBox="1"/>
          <p:nvPr/>
        </p:nvSpPr>
        <p:spPr>
          <a:xfrm>
            <a:off x="7392340" y="4313791"/>
            <a:ext cx="69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B1CB76-F49F-212A-5A8E-C6AD9421C8B5}"/>
              </a:ext>
            </a:extLst>
          </p:cNvPr>
          <p:cNvSpPr txBox="1"/>
          <p:nvPr/>
        </p:nvSpPr>
        <p:spPr>
          <a:xfrm>
            <a:off x="7392340" y="5332920"/>
            <a:ext cx="69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8BB67E-8636-CDAB-91FB-516B89DF9607}"/>
              </a:ext>
            </a:extLst>
          </p:cNvPr>
          <p:cNvSpPr txBox="1"/>
          <p:nvPr/>
        </p:nvSpPr>
        <p:spPr>
          <a:xfrm>
            <a:off x="5690328" y="1750878"/>
            <a:ext cx="1317990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[</a:t>
            </a:r>
          </a:p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  [3],</a:t>
            </a:r>
          </a:p>
          <a:p>
            <a:endParaRPr lang="en-US" sz="2000" dirty="0">
              <a:solidFill>
                <a:srgbClr val="C00000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  [2, 6],</a:t>
            </a:r>
          </a:p>
          <a:p>
            <a:endParaRPr lang="en-US" sz="2000" dirty="0">
              <a:solidFill>
                <a:srgbClr val="C00000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  [1, 5, 9],</a:t>
            </a:r>
          </a:p>
          <a:p>
            <a:endParaRPr lang="en-US" sz="2000" dirty="0">
              <a:solidFill>
                <a:srgbClr val="C00000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  [4, 8],</a:t>
            </a:r>
          </a:p>
          <a:p>
            <a:endParaRPr lang="en-US" sz="2000" dirty="0">
              <a:solidFill>
                <a:srgbClr val="C00000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  [7]</a:t>
            </a:r>
          </a:p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6195197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387C04-120E-2DFC-1A35-9EC793D42B63}"/>
              </a:ext>
            </a:extLst>
          </p:cNvPr>
          <p:cNvSpPr/>
          <p:nvPr/>
        </p:nvSpPr>
        <p:spPr>
          <a:xfrm>
            <a:off x="3785133" y="2710185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AC231F-7EF3-75DC-36D0-E8520C97CD53}"/>
              </a:ext>
            </a:extLst>
          </p:cNvPr>
          <p:cNvSpPr/>
          <p:nvPr/>
        </p:nvSpPr>
        <p:spPr>
          <a:xfrm>
            <a:off x="4497689" y="1997629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63B3E1-9CF3-DF0C-1642-836655B03A3F}"/>
              </a:ext>
            </a:extLst>
          </p:cNvPr>
          <p:cNvSpPr/>
          <p:nvPr/>
        </p:nvSpPr>
        <p:spPr>
          <a:xfrm>
            <a:off x="5210244" y="1285073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63D0B8-441B-831B-3ACD-CCB0ABAB1A87}"/>
              </a:ext>
            </a:extLst>
          </p:cNvPr>
          <p:cNvSpPr/>
          <p:nvPr/>
        </p:nvSpPr>
        <p:spPr>
          <a:xfrm>
            <a:off x="4497689" y="3422741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403CF0-87CF-2231-FD95-7B7FCD7B627D}"/>
              </a:ext>
            </a:extLst>
          </p:cNvPr>
          <p:cNvSpPr/>
          <p:nvPr/>
        </p:nvSpPr>
        <p:spPr>
          <a:xfrm>
            <a:off x="5210244" y="2710185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CB193F-D78E-5FA0-8536-DFBCAFC44085}"/>
              </a:ext>
            </a:extLst>
          </p:cNvPr>
          <p:cNvSpPr/>
          <p:nvPr/>
        </p:nvSpPr>
        <p:spPr>
          <a:xfrm>
            <a:off x="5922800" y="1997629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18DD6A-AD2B-AE30-E187-45639D99CAD5}"/>
              </a:ext>
            </a:extLst>
          </p:cNvPr>
          <p:cNvSpPr/>
          <p:nvPr/>
        </p:nvSpPr>
        <p:spPr>
          <a:xfrm>
            <a:off x="5210244" y="4135296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78B3D4-EEFB-4D4C-CDE8-92C385AE3E7D}"/>
              </a:ext>
            </a:extLst>
          </p:cNvPr>
          <p:cNvSpPr/>
          <p:nvPr/>
        </p:nvSpPr>
        <p:spPr>
          <a:xfrm>
            <a:off x="5922800" y="3422741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124D68-DAA9-7B28-903E-D7E851E5ABC3}"/>
              </a:ext>
            </a:extLst>
          </p:cNvPr>
          <p:cNvSpPr/>
          <p:nvPr/>
        </p:nvSpPr>
        <p:spPr>
          <a:xfrm>
            <a:off x="6635356" y="2710185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4A2737-A52D-E934-2CF1-9DF0366B62EE}"/>
              </a:ext>
            </a:extLst>
          </p:cNvPr>
          <p:cNvSpPr txBox="1"/>
          <p:nvPr/>
        </p:nvSpPr>
        <p:spPr>
          <a:xfrm>
            <a:off x="4516528" y="1477471"/>
            <a:ext cx="69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08CB62-36A3-D893-7B71-4C4D1D0E8AF4}"/>
              </a:ext>
            </a:extLst>
          </p:cNvPr>
          <p:cNvSpPr txBox="1"/>
          <p:nvPr/>
        </p:nvSpPr>
        <p:spPr>
          <a:xfrm>
            <a:off x="6005606" y="1467033"/>
            <a:ext cx="1007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A68436-A865-4139-DD3E-DF5BBDA86A18}"/>
              </a:ext>
            </a:extLst>
          </p:cNvPr>
          <p:cNvSpPr txBox="1"/>
          <p:nvPr/>
        </p:nvSpPr>
        <p:spPr>
          <a:xfrm>
            <a:off x="6724808" y="2169241"/>
            <a:ext cx="1007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EC5458-E137-EFF9-CFED-E818C20E22BA}"/>
              </a:ext>
            </a:extLst>
          </p:cNvPr>
          <p:cNvSpPr txBox="1"/>
          <p:nvPr/>
        </p:nvSpPr>
        <p:spPr>
          <a:xfrm>
            <a:off x="5225321" y="845052"/>
            <a:ext cx="1007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A35B83-F89D-3261-55A5-9D427F39A886}"/>
              </a:ext>
            </a:extLst>
          </p:cNvPr>
          <p:cNvSpPr txBox="1"/>
          <p:nvPr/>
        </p:nvSpPr>
        <p:spPr>
          <a:xfrm>
            <a:off x="3791513" y="2169241"/>
            <a:ext cx="69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AFB81C-57AB-B0A4-F96F-D6E67FAF3AB0}"/>
              </a:ext>
            </a:extLst>
          </p:cNvPr>
          <p:cNvSpPr txBox="1"/>
          <p:nvPr/>
        </p:nvSpPr>
        <p:spPr>
          <a:xfrm>
            <a:off x="3158591" y="3005335"/>
            <a:ext cx="69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16844F-F998-CA20-7943-252412E4B9F3}"/>
              </a:ext>
            </a:extLst>
          </p:cNvPr>
          <p:cNvSpPr txBox="1"/>
          <p:nvPr/>
        </p:nvSpPr>
        <p:spPr>
          <a:xfrm>
            <a:off x="3804273" y="3889503"/>
            <a:ext cx="69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B1CB76-F49F-212A-5A8E-C6AD9421C8B5}"/>
              </a:ext>
            </a:extLst>
          </p:cNvPr>
          <p:cNvSpPr txBox="1"/>
          <p:nvPr/>
        </p:nvSpPr>
        <p:spPr>
          <a:xfrm>
            <a:off x="4491309" y="4591131"/>
            <a:ext cx="69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258482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387C04-120E-2DFC-1A35-9EC793D42B63}"/>
              </a:ext>
            </a:extLst>
          </p:cNvPr>
          <p:cNvSpPr/>
          <p:nvPr/>
        </p:nvSpPr>
        <p:spPr>
          <a:xfrm>
            <a:off x="718456" y="1782147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AC231F-7EF3-75DC-36D0-E8520C97CD53}"/>
              </a:ext>
            </a:extLst>
          </p:cNvPr>
          <p:cNvSpPr/>
          <p:nvPr/>
        </p:nvSpPr>
        <p:spPr>
          <a:xfrm>
            <a:off x="1726162" y="1782147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63B3E1-9CF3-DF0C-1642-836655B03A3F}"/>
              </a:ext>
            </a:extLst>
          </p:cNvPr>
          <p:cNvSpPr/>
          <p:nvPr/>
        </p:nvSpPr>
        <p:spPr>
          <a:xfrm>
            <a:off x="2733868" y="1782147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63D0B8-441B-831B-3ACD-CCB0ABAB1A87}"/>
              </a:ext>
            </a:extLst>
          </p:cNvPr>
          <p:cNvSpPr/>
          <p:nvPr/>
        </p:nvSpPr>
        <p:spPr>
          <a:xfrm>
            <a:off x="718456" y="2789853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403CF0-87CF-2231-FD95-7B7FCD7B627D}"/>
              </a:ext>
            </a:extLst>
          </p:cNvPr>
          <p:cNvSpPr/>
          <p:nvPr/>
        </p:nvSpPr>
        <p:spPr>
          <a:xfrm>
            <a:off x="1726162" y="2789853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CB193F-D78E-5FA0-8536-DFBCAFC44085}"/>
              </a:ext>
            </a:extLst>
          </p:cNvPr>
          <p:cNvSpPr/>
          <p:nvPr/>
        </p:nvSpPr>
        <p:spPr>
          <a:xfrm>
            <a:off x="2733868" y="2789853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18DD6A-AD2B-AE30-E187-45639D99CAD5}"/>
              </a:ext>
            </a:extLst>
          </p:cNvPr>
          <p:cNvSpPr/>
          <p:nvPr/>
        </p:nvSpPr>
        <p:spPr>
          <a:xfrm>
            <a:off x="718456" y="3797559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78B3D4-EEFB-4D4C-CDE8-92C385AE3E7D}"/>
              </a:ext>
            </a:extLst>
          </p:cNvPr>
          <p:cNvSpPr/>
          <p:nvPr/>
        </p:nvSpPr>
        <p:spPr>
          <a:xfrm>
            <a:off x="1726162" y="3797559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124D68-DAA9-7B28-903E-D7E851E5ABC3}"/>
              </a:ext>
            </a:extLst>
          </p:cNvPr>
          <p:cNvSpPr/>
          <p:nvPr/>
        </p:nvSpPr>
        <p:spPr>
          <a:xfrm>
            <a:off x="2733868" y="3797559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4A2737-A52D-E934-2CF1-9DF0366B62EE}"/>
              </a:ext>
            </a:extLst>
          </p:cNvPr>
          <p:cNvSpPr txBox="1"/>
          <p:nvPr/>
        </p:nvSpPr>
        <p:spPr>
          <a:xfrm>
            <a:off x="171060" y="2113777"/>
            <a:ext cx="69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08CB62-36A3-D893-7B71-4C4D1D0E8AF4}"/>
              </a:ext>
            </a:extLst>
          </p:cNvPr>
          <p:cNvSpPr txBox="1"/>
          <p:nvPr/>
        </p:nvSpPr>
        <p:spPr>
          <a:xfrm>
            <a:off x="1726162" y="1412815"/>
            <a:ext cx="1007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A68436-A865-4139-DD3E-DF5BBDA86A18}"/>
              </a:ext>
            </a:extLst>
          </p:cNvPr>
          <p:cNvSpPr txBox="1"/>
          <p:nvPr/>
        </p:nvSpPr>
        <p:spPr>
          <a:xfrm>
            <a:off x="2733868" y="1412815"/>
            <a:ext cx="1007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EC5458-E137-EFF9-CFED-E818C20E22BA}"/>
              </a:ext>
            </a:extLst>
          </p:cNvPr>
          <p:cNvSpPr txBox="1"/>
          <p:nvPr/>
        </p:nvSpPr>
        <p:spPr>
          <a:xfrm>
            <a:off x="718456" y="1424092"/>
            <a:ext cx="1007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A35B83-F89D-3261-55A5-9D427F39A886}"/>
              </a:ext>
            </a:extLst>
          </p:cNvPr>
          <p:cNvSpPr txBox="1"/>
          <p:nvPr/>
        </p:nvSpPr>
        <p:spPr>
          <a:xfrm>
            <a:off x="171060" y="3096408"/>
            <a:ext cx="69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AFB81C-57AB-B0A4-F96F-D6E67FAF3AB0}"/>
              </a:ext>
            </a:extLst>
          </p:cNvPr>
          <p:cNvSpPr txBox="1"/>
          <p:nvPr/>
        </p:nvSpPr>
        <p:spPr>
          <a:xfrm>
            <a:off x="171060" y="4126863"/>
            <a:ext cx="69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7B04EA-08A8-70D2-7DB9-A5C8D448CD98}"/>
              </a:ext>
            </a:extLst>
          </p:cNvPr>
          <p:cNvSpPr txBox="1"/>
          <p:nvPr/>
        </p:nvSpPr>
        <p:spPr>
          <a:xfrm>
            <a:off x="3919250" y="2157689"/>
            <a:ext cx="1346844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[</a:t>
            </a:r>
          </a:p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  [1, 2, 3],</a:t>
            </a:r>
          </a:p>
          <a:p>
            <a:endParaRPr lang="en-US" sz="2000" dirty="0">
              <a:solidFill>
                <a:srgbClr val="C00000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  [4, 5, 6],</a:t>
            </a:r>
          </a:p>
          <a:p>
            <a:endParaRPr lang="en-US" sz="2000" dirty="0">
              <a:solidFill>
                <a:srgbClr val="C00000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  [7, 8, 9]</a:t>
            </a:r>
          </a:p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6306466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163</Words>
  <Application>Microsoft Office PowerPoint</Application>
  <PresentationFormat>Widescreen</PresentationFormat>
  <Paragraphs>106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panahi</dc:creator>
  <cp:lastModifiedBy>panahi</cp:lastModifiedBy>
  <cp:revision>5</cp:revision>
  <dcterms:created xsi:type="dcterms:W3CDTF">2023-08-25T00:38:11Z</dcterms:created>
  <dcterms:modified xsi:type="dcterms:W3CDTF">2023-08-25T01:50:32Z</dcterms:modified>
</cp:coreProperties>
</file>